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8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1" r:id="rId29"/>
    <p:sldId id="283" r:id="rId30"/>
    <p:sldId id="284" r:id="rId31"/>
    <p:sldId id="285" r:id="rId32"/>
    <p:sldId id="287" r:id="rId33"/>
    <p:sldId id="286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munityCard" id="{9C2F9C8D-6774-44E8-9775-06400EFA97A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88"/>
          </p14:sldIdLst>
        </p14:section>
        <p14:section name="EventCard" id="{F2C7E526-EFB5-4F4E-8491-24CCFDA23413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2"/>
            <p14:sldId id="281"/>
            <p14:sldId id="283"/>
            <p14:sldId id="284"/>
            <p14:sldId id="285"/>
            <p14:sldId id="287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710"/>
  </p:normalViewPr>
  <p:slideViewPr>
    <p:cSldViewPr snapToGrid="0">
      <p:cViewPr varScale="1">
        <p:scale>
          <a:sx n="85" d="100"/>
          <a:sy n="85" d="100"/>
        </p:scale>
        <p:origin x="45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97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25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104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110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2423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367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51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7449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11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63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58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1468A-FBB4-D741-9607-AAB14F76B169}" type="datetimeFigureOut">
              <a:rPr lang="de-DE" smtClean="0"/>
              <a:t>16.07.2025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BDA97-BF39-724F-B53B-80AECB1D0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387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3532762" y="2869659"/>
            <a:ext cx="512647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You‘re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busted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On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your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way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to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prison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will not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200€$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moving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over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GO.</a:t>
            </a:r>
          </a:p>
        </p:txBody>
      </p:sp>
    </p:spTree>
    <p:extLst>
      <p:ext uri="{BB962C8B-B14F-4D97-AF65-F5344CB8AC3E}">
        <p14:creationId xmlns:p14="http://schemas.microsoft.com/office/powerpoint/2010/main" val="192010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3532762" y="2869659"/>
            <a:ext cx="51264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Yearly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Rent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is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due.</a:t>
            </a:r>
          </a:p>
          <a:p>
            <a:pPr algn="ctr"/>
            <a:endParaRPr lang="de-DE" sz="28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32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100€$</a:t>
            </a:r>
          </a:p>
        </p:txBody>
      </p:sp>
    </p:spTree>
    <p:extLst>
      <p:ext uri="{BB962C8B-B14F-4D97-AF65-F5344CB8AC3E}">
        <p14:creationId xmlns:p14="http://schemas.microsoft.com/office/powerpoint/2010/main" val="425486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3532762" y="2869659"/>
            <a:ext cx="51264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bank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made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a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mistake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200€$</a:t>
            </a:r>
          </a:p>
        </p:txBody>
      </p:sp>
    </p:spTree>
    <p:extLst>
      <p:ext uri="{BB962C8B-B14F-4D97-AF65-F5344CB8AC3E}">
        <p14:creationId xmlns:p14="http://schemas.microsoft.com/office/powerpoint/2010/main" val="398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3532762" y="2869659"/>
            <a:ext cx="51264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Income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tax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payback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recieve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20€$</a:t>
            </a:r>
          </a:p>
        </p:txBody>
      </p:sp>
    </p:spTree>
    <p:extLst>
      <p:ext uri="{BB962C8B-B14F-4D97-AF65-F5344CB8AC3E}">
        <p14:creationId xmlns:p14="http://schemas.microsoft.com/office/powerpoint/2010/main" val="157292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3532762" y="2869659"/>
            <a:ext cx="5126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inherit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100€$</a:t>
            </a:r>
          </a:p>
        </p:txBody>
      </p:sp>
    </p:spTree>
    <p:extLst>
      <p:ext uri="{BB962C8B-B14F-4D97-AF65-F5344CB8AC3E}">
        <p14:creationId xmlns:p14="http://schemas.microsoft.com/office/powerpoint/2010/main" val="1449249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won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2nd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place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in a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beauty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contest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recieve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10€$</a:t>
            </a:r>
          </a:p>
        </p:txBody>
      </p:sp>
    </p:spTree>
    <p:extLst>
      <p:ext uri="{BB962C8B-B14F-4D97-AF65-F5344CB8AC3E}">
        <p14:creationId xmlns:p14="http://schemas.microsoft.com/office/powerpoint/2010/main" val="52807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back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to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i="1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Badstraße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9836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Medical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bill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50€$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88074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Clever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investments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off!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25€$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13485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Escape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from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prison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card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Keep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this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card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need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it.</a:t>
            </a: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may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also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sell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this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card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.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6789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10 €$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or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take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an Event Card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choice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is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yours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.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58192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forward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reach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next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train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station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owner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double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rent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.</a:t>
            </a: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If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station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is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not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owned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,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may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buy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it.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72985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forward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reach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GO!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28256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donate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to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hospital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100€$</a:t>
            </a:r>
          </a:p>
        </p:txBody>
      </p:sp>
    </p:spTree>
    <p:extLst>
      <p:ext uri="{BB962C8B-B14F-4D97-AF65-F5344CB8AC3E}">
        <p14:creationId xmlns:p14="http://schemas.microsoft.com/office/powerpoint/2010/main" val="3330933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Emptying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your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storage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was profitable!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50€$</a:t>
            </a:r>
          </a:p>
        </p:txBody>
      </p:sp>
    </p:spTree>
    <p:extLst>
      <p:ext uri="{BB962C8B-B14F-4D97-AF65-F5344CB8AC3E}">
        <p14:creationId xmlns:p14="http://schemas.microsoft.com/office/powerpoint/2010/main" val="10277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Happy Birthday!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Every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player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gifts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10€$</a:t>
            </a:r>
          </a:p>
        </p:txBody>
      </p:sp>
    </p:spTree>
    <p:extLst>
      <p:ext uri="{BB962C8B-B14F-4D97-AF65-F5344CB8AC3E}">
        <p14:creationId xmlns:p14="http://schemas.microsoft.com/office/powerpoint/2010/main" val="2036028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1C28B-98F2-1291-04FA-610D1B04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9D007F-0139-AEB9-FBE9-36C8506AD9E2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AD9F1B-7345-B48A-5C34-AE30717C441B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Community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79692A9-78AA-C327-9E99-7FC1218DF918}"/>
              </a:ext>
            </a:extLst>
          </p:cNvPr>
          <p:cNvSpPr txBox="1"/>
          <p:nvPr/>
        </p:nvSpPr>
        <p:spPr>
          <a:xfrm>
            <a:off x="2312751" y="2937751"/>
            <a:ext cx="756649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A former Formula 1 driver tells you the sales value of your used passenger car!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500€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664413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forward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reach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GO!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5061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are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in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debt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150€$</a:t>
            </a:r>
          </a:p>
        </p:txBody>
      </p:sp>
    </p:spTree>
    <p:extLst>
      <p:ext uri="{BB962C8B-B14F-4D97-AF65-F5344CB8AC3E}">
        <p14:creationId xmlns:p14="http://schemas.microsoft.com/office/powerpoint/2010/main" val="2947272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are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volunteering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to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aid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with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maintaining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your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roads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.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40€$ /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house</a:t>
            </a:r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115€$ /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hotel</a:t>
            </a:r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97717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bank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interest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150€$</a:t>
            </a:r>
          </a:p>
        </p:txBody>
      </p:sp>
    </p:spTree>
    <p:extLst>
      <p:ext uri="{BB962C8B-B14F-4D97-AF65-F5344CB8AC3E}">
        <p14:creationId xmlns:p14="http://schemas.microsoft.com/office/powerpoint/2010/main" val="3789431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bribed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other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players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to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become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part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of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board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of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directors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.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every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player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50€$</a:t>
            </a:r>
          </a:p>
        </p:txBody>
      </p:sp>
    </p:spTree>
    <p:extLst>
      <p:ext uri="{BB962C8B-B14F-4D97-AF65-F5344CB8AC3E}">
        <p14:creationId xmlns:p14="http://schemas.microsoft.com/office/powerpoint/2010/main" val="2087869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forward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i="1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Opernplatz.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When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passing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GO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will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200€$.</a:t>
            </a:r>
          </a:p>
        </p:txBody>
      </p:sp>
    </p:spTree>
    <p:extLst>
      <p:ext uri="{BB962C8B-B14F-4D97-AF65-F5344CB8AC3E}">
        <p14:creationId xmlns:p14="http://schemas.microsoft.com/office/powerpoint/2010/main" val="2115344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won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in a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crossword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contest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100€$.</a:t>
            </a:r>
          </a:p>
        </p:txBody>
      </p:sp>
    </p:spTree>
    <p:extLst>
      <p:ext uri="{BB962C8B-B14F-4D97-AF65-F5344CB8AC3E}">
        <p14:creationId xmlns:p14="http://schemas.microsoft.com/office/powerpoint/2010/main" val="4074890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forward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i="1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Schlossallee.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0504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3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fields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back.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23564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3532762" y="2869659"/>
            <a:ext cx="512647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You‘re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busted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On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your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way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to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prison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will not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200€$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moving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over</a:t>
            </a:r>
            <a:r>
              <a:rPr lang="de-DE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GO.</a:t>
            </a:r>
          </a:p>
        </p:txBody>
      </p:sp>
    </p:spTree>
    <p:extLst>
      <p:ext uri="{BB962C8B-B14F-4D97-AF65-F5344CB8AC3E}">
        <p14:creationId xmlns:p14="http://schemas.microsoft.com/office/powerpoint/2010/main" val="187431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were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speeding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15€$</a:t>
            </a:r>
          </a:p>
        </p:txBody>
      </p:sp>
    </p:spTree>
    <p:extLst>
      <p:ext uri="{BB962C8B-B14F-4D97-AF65-F5344CB8AC3E}">
        <p14:creationId xmlns:p14="http://schemas.microsoft.com/office/powerpoint/2010/main" val="271054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bank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dividend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.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50€$</a:t>
            </a:r>
          </a:p>
        </p:txBody>
      </p:sp>
    </p:spTree>
    <p:extLst>
      <p:ext uri="{BB962C8B-B14F-4D97-AF65-F5344CB8AC3E}">
        <p14:creationId xmlns:p14="http://schemas.microsoft.com/office/powerpoint/2010/main" val="1757737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forward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i="1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Seestraße.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When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passing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GO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will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200€$</a:t>
            </a:r>
          </a:p>
        </p:txBody>
      </p:sp>
    </p:spTree>
    <p:extLst>
      <p:ext uri="{BB962C8B-B14F-4D97-AF65-F5344CB8AC3E}">
        <p14:creationId xmlns:p14="http://schemas.microsoft.com/office/powerpoint/2010/main" val="1616534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Move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forward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i="1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Südbahnhof.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When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passing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GO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will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receive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200€$</a:t>
            </a:r>
          </a:p>
        </p:txBody>
      </p:sp>
    </p:spTree>
    <p:extLst>
      <p:ext uri="{BB962C8B-B14F-4D97-AF65-F5344CB8AC3E}">
        <p14:creationId xmlns:p14="http://schemas.microsoft.com/office/powerpoint/2010/main" val="25313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Escape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from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prison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card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Keep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this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card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until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need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it.</a:t>
            </a:r>
          </a:p>
          <a:p>
            <a:pPr algn="ctr"/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may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also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sell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this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card</a:t>
            </a:r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.</a:t>
            </a:r>
            <a:endParaRPr lang="de-DE" sz="28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79339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C8D0D7-EB7B-88E4-C192-5861C72371FF}"/>
              </a:ext>
            </a:extLst>
          </p:cNvPr>
          <p:cNvSpPr/>
          <p:nvPr/>
        </p:nvSpPr>
        <p:spPr>
          <a:xfrm>
            <a:off x="155644" y="145916"/>
            <a:ext cx="11887200" cy="65661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A4B2F-CFF6-57D4-32F9-72A85833E495}"/>
              </a:ext>
            </a:extLst>
          </p:cNvPr>
          <p:cNvSpPr txBox="1"/>
          <p:nvPr/>
        </p:nvSpPr>
        <p:spPr>
          <a:xfrm>
            <a:off x="2919919" y="1391055"/>
            <a:ext cx="63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Event Card</a:t>
            </a:r>
            <a:endParaRPr lang="de-DE" sz="32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A8842-D2B4-7795-E46C-4CEB0DB0EF46}"/>
              </a:ext>
            </a:extLst>
          </p:cNvPr>
          <p:cNvSpPr txBox="1"/>
          <p:nvPr/>
        </p:nvSpPr>
        <p:spPr>
          <a:xfrm>
            <a:off x="2312751" y="2937751"/>
            <a:ext cx="75664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are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renovating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all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your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 </a:t>
            </a:r>
            <a:r>
              <a:rPr lang="de-DE" sz="28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estates</a:t>
            </a:r>
            <a:r>
              <a:rPr lang="de-DE" sz="28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!</a:t>
            </a:r>
          </a:p>
          <a:p>
            <a:pPr algn="ctr"/>
            <a:endParaRPr lang="de-DE" sz="36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25€$ /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house</a:t>
            </a:r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  <a:p>
            <a:pPr algn="ctr"/>
            <a:r>
              <a:rPr lang="de-DE" sz="2400" dirty="0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Pay 100€$ / </a:t>
            </a:r>
            <a:r>
              <a:rPr lang="de-DE" sz="2400" dirty="0" err="1">
                <a:solidFill>
                  <a:srgbClr val="FF0000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hotel</a:t>
            </a:r>
            <a:endParaRPr lang="de-DE" sz="2400" dirty="0">
              <a:solidFill>
                <a:srgbClr val="FF0000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340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495</Words>
  <Application>Microsoft Office PowerPoint</Application>
  <PresentationFormat>Breitbild</PresentationFormat>
  <Paragraphs>125</Paragraphs>
  <Slides>33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9" baseType="lpstr">
      <vt:lpstr>Aharoni</vt:lpstr>
      <vt:lpstr>Arial</vt:lpstr>
      <vt:lpstr>Bahnschrift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Jonas Nickel</dc:creator>
  <cp:lastModifiedBy>Nico Meissner</cp:lastModifiedBy>
  <cp:revision>23</cp:revision>
  <dcterms:created xsi:type="dcterms:W3CDTF">2023-04-30T09:40:56Z</dcterms:created>
  <dcterms:modified xsi:type="dcterms:W3CDTF">2025-07-16T20:12:35Z</dcterms:modified>
</cp:coreProperties>
</file>